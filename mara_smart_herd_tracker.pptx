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914400"/>
            <a:ext cx="2926080" cy="2926080"/>
          </a:xfrm>
          <a:prstGeom prst="ellipse">
            <a:avLst/>
          </a:prstGeom>
          <a:solidFill>
            <a:srgbClr val="C96A5C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5120640"/>
            <a:ext cx="2194560" cy="2194560"/>
          </a:xfrm>
          <a:prstGeom prst="ellipse">
            <a:avLst/>
          </a:prstGeom>
          <a:solidFill>
            <a:srgbClr val="A2463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MARA SMART HERD TRACKER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+ GPS Livestock Identification &amp; Tracking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Sprint 1 MVP prototype reducing cattle loss in Mara North Conservancy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206240"/>
            <a:ext cx="5852160" cy="1828800"/>
          </a:xfrm>
          <a:prstGeom prst="roundRect">
            <a:avLst>
              <a:gd name="adj" fmla="val 4000"/>
            </a:avLst>
          </a:prstGeom>
          <a:solidFill>
            <a:srgbClr val="A2463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3159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Sanare Muli — Product Owner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2 — Presenter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3 — UI/UX Designer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4 — Researcher &amp; Developer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and How We Solve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E7E8D1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15361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663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3A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Pastoralist herders in Mara North Conservancy regularly lose cattle to theft, straying into wildlife areas, or mixing with neighboring herds.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3A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and ear tags are hard to identify from a distance and can be tampered with.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3A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cause economic harm, inter-community conflict, and days lost to manual searching.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26480" y="1234440"/>
            <a:ext cx="5577840" cy="4937760"/>
          </a:xfrm>
          <a:prstGeom prst="roundRect">
            <a:avLst>
              <a:gd name="adj" fmla="val 1481"/>
            </a:avLst>
          </a:prstGeom>
          <a:solidFill>
            <a:srgbClr val="B85042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5087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086600" y="1481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Mara Smart Herd Tracker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46520" y="22860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95160" y="22402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cow gets a unique RFID microchip / ear tag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46520" y="31546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95160" y="31089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UHF readers at the mobile boma auto-detect entry &amp; exit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46520" y="40233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95160" y="39776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trackers report herd location to the cloud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46520" y="48920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95160" y="48463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&amp; rangers use a mobile + web app to monitor herds, get geofence alerts, and report lost cattle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1: MVP User Stories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stories form the minimum viable product needed to start reducing livestock losses.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5B4636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3736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Cattle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Livestock owner registers each cow with a unique RFID number linked to its owner.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Sanare Muli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5B4636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73736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23317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Herd Dashboard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474720" y="29260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views all registered cattle and their current status in one place.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74720" y="4343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50876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5B4636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173736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23317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Entry/Exit Detection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309360" y="29260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automatically logs animals entering/leaving the mobile boma with date &amp; time.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09360" y="4343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61120" y="150876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5B4636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89720" y="173736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4" name="Text 22"/>
          <p:cNvSpPr/>
          <p:nvPr/>
        </p:nvSpPr>
        <p:spPr>
          <a:xfrm>
            <a:off x="91897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44000" y="23317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Lost Cattle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144000" y="29260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reports a missing animal; nearby rangers receive an alert to help recover it.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144000" y="4343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4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98348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3B2A1E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 STACK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5394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(mobile)   ·   React.js (web dashboard)   ·   Django REST Framework (backend)   ·   PostgreSQL + PostGIS (database)   ·   Firebase (notifications/cloud)   ·   UHF RFID + GPS/LoRaWAN hardware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What's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Ear Tag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14600" y="18470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A7BEA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Reader (Boma)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26700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260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(4G/LoRaWAN)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14600" y="34930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A7BEA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490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43159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720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Firebase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14600" y="51389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39496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A7BEA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3949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 / Dashboard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12801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0" y="1837944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1709928"/>
            <a:ext cx="5897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movement prediction &amp; anomaly detection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0" y="2551176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4" name="Text 22"/>
          <p:cNvSpPr/>
          <p:nvPr/>
        </p:nvSpPr>
        <p:spPr>
          <a:xfrm>
            <a:off x="5806440" y="2423160"/>
            <a:ext cx="5897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integration for aerial searches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0" y="3264408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6" name="Text 24"/>
          <p:cNvSpPr/>
          <p:nvPr/>
        </p:nvSpPr>
        <p:spPr>
          <a:xfrm>
            <a:off x="5806440" y="3136392"/>
            <a:ext cx="5897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 RFID readers at remote bomas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0" y="397764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8" name="Text 26"/>
          <p:cNvSpPr/>
          <p:nvPr/>
        </p:nvSpPr>
        <p:spPr>
          <a:xfrm>
            <a:off x="5806440" y="3849624"/>
            <a:ext cx="5897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sync for low-connectivity areas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0" y="4690872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0" name="Text 28"/>
          <p:cNvSpPr/>
          <p:nvPr/>
        </p:nvSpPr>
        <p:spPr>
          <a:xfrm>
            <a:off x="5806440" y="4562856"/>
            <a:ext cx="5897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conservancy security &amp; vet records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0" y="5440680"/>
            <a:ext cx="6217920" cy="868680"/>
          </a:xfrm>
          <a:prstGeom prst="roundRect">
            <a:avLst>
              <a:gd name="adj" fmla="val 8421"/>
            </a:avLst>
          </a:prstGeom>
          <a:solidFill>
            <a:srgbClr val="4A3626"/>
          </a:solidFill>
          <a:ln/>
        </p:spPr>
      </p:sp>
      <p:sp>
        <p:nvSpPr>
          <p:cNvPr id="32" name="Text 30"/>
          <p:cNvSpPr/>
          <p:nvPr/>
        </p:nvSpPr>
        <p:spPr>
          <a:xfrm>
            <a:off x="5715000" y="55321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locally relevant, and built on widely-adopted technologies — with a clear path from MVP to a full conservancy-wide livestock protection platform.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2026-07-23T10:33:10Z</dcterms:created>
  <dcterms:modified xsi:type="dcterms:W3CDTF">2026-07-23T10:33:10Z</dcterms:modified>
</cp:coreProperties>
</file>